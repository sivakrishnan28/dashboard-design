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83064504" val="1234" revOS="4"/>
      <pr:smFileRevision xmlns:pr="smNativeData" xmlns="smNativeData" dt="1783064504" val="101"/>
      <pr:guideOptions xmlns:pr="smNativeData" xmlns="smNativeData" dt="1783064504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>
      <p:cViewPr varScale="1">
        <p:scale>
          <a:sx n="70" d="100"/>
          <a:sy n="70" d="100"/>
        </p:scale>
        <p:origin x="384" y="349"/>
      </p:cViewPr>
      <p:guideLst x="0" y="0"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5" d="100"/>
        <a:sy n="15" d="100"/>
      </p:scale>
      <p:origin x="0" y="0"/>
    </p:cViewPr>
  </p:sorterViewPr>
  <p:notesViewPr>
    <p:cSldViewPr snapToGrid="0" snapToObjects="1">
      <p:cViewPr>
        <p:scale>
          <a:sx n="70" d="100"/>
          <a:sy n="70" d="100"/>
        </p:scale>
        <p:origin x="384" y="349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sNAAAINAAAJhYAABAAAAAmAAAACAAAAAEAAAAAAAAA"/>
              </a:ext>
            </a:extLst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gAAOgXAADQLwAAsCIAABAAAAAmAAAACAAAAAGAAAAAAAAA"/>
              </a:ext>
            </a:extLst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en-us" cap="none">
                <a:solidFill>
                  <a:srgbClr val="8C8C8C"/>
                </a:solidFill>
              </a:defRPr>
            </a:lvl1pPr>
            <a:lvl2pPr marL="457200" indent="0" algn="ctr">
              <a:buNone/>
              <a:defRPr lang="en-us" cap="none">
                <a:solidFill>
                  <a:srgbClr val="8C8C8C"/>
                </a:solidFill>
              </a:defRPr>
            </a:lvl2pPr>
            <a:lvl3pPr marL="914400" indent="0" algn="ctr">
              <a:buNone/>
              <a:defRPr lang="en-us" cap="none">
                <a:solidFill>
                  <a:srgbClr val="8C8C8C"/>
                </a:solidFill>
              </a:defRPr>
            </a:lvl3pPr>
            <a:lvl4pPr marL="1371600" indent="0" algn="ctr">
              <a:buNone/>
              <a:defRPr lang="en-us" cap="none">
                <a:solidFill>
                  <a:srgbClr val="8C8C8C"/>
                </a:solidFill>
              </a:defRPr>
            </a:lvl4pPr>
            <a:lvl5pPr marL="1828800" indent="0" algn="ctr">
              <a:buNone/>
              <a:defRPr lang="en-us" cap="none">
                <a:solidFill>
                  <a:srgbClr val="8C8C8C"/>
                </a:solidFill>
              </a:defRPr>
            </a:lvl5pPr>
            <a:lvl6pPr marL="2286000" indent="0" algn="ctr">
              <a:buNone/>
              <a:defRPr lang="en-us" cap="none">
                <a:solidFill>
                  <a:srgbClr val="8C8C8C"/>
                </a:solidFill>
              </a:defRPr>
            </a:lvl6pPr>
            <a:lvl7pPr marL="2743200" indent="0" algn="ctr">
              <a:buNone/>
              <a:defRPr lang="en-us" cap="none">
                <a:solidFill>
                  <a:srgbClr val="8C8C8C"/>
                </a:solidFill>
              </a:defRPr>
            </a:lvl7pPr>
            <a:lvl8pPr marL="3200400" indent="0" algn="ctr">
              <a:buNone/>
              <a:defRPr lang="en-us" cap="none">
                <a:solidFill>
                  <a:srgbClr val="8C8C8C"/>
                </a:solidFill>
              </a:defRPr>
            </a:lvl8pPr>
            <a:lvl9pPr marL="3657600" indent="0" algn="ctr">
              <a:buNone/>
              <a:defRPr lang="en-us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BwdC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F35F384-CAD2-6005-9C8D-3C50BDC36A69}" type="datetime1">
              <a:t>1/27/13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F35994D-03D2-606F-9C8D-F53AD7C36AA0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F35F66A-24D2-6000-9C8D-D255B8C36A87}" type="datetime1">
              <a:t>1/27/13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BwdC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F35B78F-C1D2-6041-9C8D-3714F9C36A62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BwbAABCNAAAfSMAABAAAAAmAAAACAAAAIGAAAAAAAAA"/>
              </a:ext>
            </a:extLst>
          </p:cNvSpPr>
          <p:nvPr>
            <p:ph type="title"/>
          </p:nvPr>
        </p:nvSpPr>
        <p:spPr>
          <a:xfrm>
            <a:off x="722630" y="4406900"/>
            <a:ext cx="7772400" cy="136207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en-us" sz="4000" b="1" cap="all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OIRAABCNAAAHBsAABAAAAAmAAAACAAAAIGAAAAAAAAA"/>
              </a:ext>
            </a:extLst>
          </p:cNvSpPr>
          <p:nvPr>
            <p:ph idx="1"/>
          </p:nvPr>
        </p:nvSpPr>
        <p:spPr>
          <a:xfrm>
            <a:off x="722630" y="2907030"/>
            <a:ext cx="7772400" cy="149987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000" cap="none">
                <a:solidFill>
                  <a:srgbClr val="8C8C8C"/>
                </a:solidFill>
              </a:defRPr>
            </a:lvl1pPr>
            <a:lvl2pPr marL="457200" indent="0">
              <a:buNone/>
              <a:defRPr lang="en-us" sz="1800" cap="none">
                <a:solidFill>
                  <a:srgbClr val="8C8C8C"/>
                </a:solidFill>
              </a:defRPr>
            </a:lvl2pPr>
            <a:lvl3pPr marL="914400" indent="0">
              <a:buNone/>
              <a:defRPr lang="en-us" sz="1600" cap="none">
                <a:solidFill>
                  <a:srgbClr val="8C8C8C"/>
                </a:solidFill>
              </a:defRPr>
            </a:lvl3pPr>
            <a:lvl4pPr marL="1371600" indent="0">
              <a:buNone/>
              <a:defRPr lang="en-us" sz="1400" cap="none">
                <a:solidFill>
                  <a:srgbClr val="8C8C8C"/>
                </a:solidFill>
              </a:defRPr>
            </a:lvl4pPr>
            <a:lvl5pPr marL="1828800" indent="0">
              <a:buNone/>
              <a:defRPr lang="en-us" sz="1400" cap="none">
                <a:solidFill>
                  <a:srgbClr val="8C8C8C"/>
                </a:solidFill>
              </a:defRPr>
            </a:lvl5pPr>
            <a:lvl6pPr marL="2286000" indent="0">
              <a:buNone/>
              <a:defRPr lang="en-us" sz="1400" cap="none">
                <a:solidFill>
                  <a:srgbClr val="8C8C8C"/>
                </a:solidFill>
              </a:defRPr>
            </a:lvl6pPr>
            <a:lvl7pPr marL="2743200" indent="0">
              <a:buNone/>
              <a:defRPr lang="en-us" sz="1400" cap="none">
                <a:solidFill>
                  <a:srgbClr val="8C8C8C"/>
                </a:solidFill>
              </a:defRPr>
            </a:lvl7pPr>
            <a:lvl8pPr marL="3200400" indent="0">
              <a:buNone/>
              <a:defRPr lang="en-us" sz="1400" cap="none">
                <a:solidFill>
                  <a:srgbClr val="8C8C8C"/>
                </a:solidFill>
              </a:defRPr>
            </a:lvl8pPr>
            <a:lvl9pPr marL="3657600" indent="0">
              <a:buNone/>
              <a:defRPr lang="en-us" sz="14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F359122-6CD2-6067-9C8D-9A32DFC36ACF}" type="datetime1">
              <a:t>1/27/13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F35CF96-D8D2-6039-9C8D-2E6C81C36A7B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oGwAAsCUAABAAAAAmAAAACAAAAAGAAAAAAAAA"/>
              </a:ext>
            </a:extLst>
          </p:cNvSpPr>
          <p:nvPr>
            <p:ph idx="1"/>
          </p:nvPr>
        </p:nvSpPr>
        <p:spPr>
          <a:xfrm>
            <a:off x="457200" y="1600200"/>
            <a:ext cx="4038600" cy="4526280"/>
          </a:xfrm>
        </p:spPr>
        <p:txBody>
          <a:bodyPr/>
          <a:lstStyle>
            <a:lvl1pPr>
              <a:defRPr lang="en-us" sz="2800" cap="none"/>
            </a:lvl1pPr>
            <a:lvl2pPr>
              <a:defRPr lang="en-us" sz="2400" cap="none"/>
            </a:lvl2pPr>
            <a:lvl3pPr>
              <a:defRPr lang="en-us" sz="2000" cap="none"/>
            </a:lvl3pPr>
            <a:lvl4pPr>
              <a:defRPr lang="en-us" sz="1800" cap="none"/>
            </a:lvl4pPr>
            <a:lvl5pPr>
              <a:defRPr lang="en-us" sz="1800" cap="none"/>
            </a:lvl5pPr>
            <a:lvl6pPr>
              <a:defRPr lang="en-us" sz="1800" cap="none"/>
            </a:lvl6pPr>
            <a:lvl7pPr>
              <a:defRPr lang="en-us" sz="1800" cap="none"/>
            </a:lvl7pPr>
            <a:lvl8pPr>
              <a:defRPr lang="en-us" sz="1800" cap="none"/>
            </a:lvl8pPr>
            <a:lvl9pPr>
              <a:defRPr lang="en-us" sz="18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BwAANgJAABwNQAAsCUAABAAAAAmAAAACAAAAAGAAAAAAAAA"/>
              </a:ext>
            </a:extLst>
          </p:cNvSpPr>
          <p:nvPr>
            <p:ph idx="2"/>
          </p:nvPr>
        </p:nvSpPr>
        <p:spPr>
          <a:xfrm>
            <a:off x="4648200" y="1600200"/>
            <a:ext cx="4038600" cy="4526280"/>
          </a:xfrm>
        </p:spPr>
        <p:txBody>
          <a:bodyPr/>
          <a:lstStyle>
            <a:lvl1pPr>
              <a:defRPr lang="en-us" sz="2800" cap="none"/>
            </a:lvl1pPr>
            <a:lvl2pPr>
              <a:defRPr lang="en-us" sz="2400" cap="none"/>
            </a:lvl2pPr>
            <a:lvl3pPr>
              <a:defRPr lang="en-us" sz="2000" cap="none"/>
            </a:lvl3pPr>
            <a:lvl4pPr>
              <a:defRPr lang="en-us" sz="1800" cap="none"/>
            </a:lvl4pPr>
            <a:lvl5pPr>
              <a:defRPr lang="en-us" sz="1800" cap="none"/>
            </a:lvl5pPr>
            <a:lvl6pPr>
              <a:defRPr lang="en-us" sz="1800" cap="none"/>
            </a:lvl6pPr>
            <a:lvl7pPr>
              <a:defRPr lang="en-us" sz="1800" cap="none"/>
            </a:lvl7pPr>
            <a:lvl8pPr>
              <a:defRPr lang="en-us" sz="1800" cap="none"/>
            </a:lvl8pPr>
            <a:lvl9pPr>
              <a:defRPr lang="en-us" sz="18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F35D33D-73D2-6025-9C8D-85709DC36AD0}" type="datetime1">
              <a:t>1/27/13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F35A6DD-93D2-6050-9C8D-6505E8C36A30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Eu23g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HIJAACrGwAAYQ0AABAAAAAmAAAACAAAAIGAAAAAAAAA"/>
              </a:ext>
            </a:extLst>
          </p:cNvSpPr>
          <p:nvPr>
            <p:ph idx="1"/>
          </p:nvPr>
        </p:nvSpPr>
        <p:spPr>
          <a:xfrm>
            <a:off x="457200" y="1535430"/>
            <a:ext cx="404050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ENAACrGwAAsCUAABAAAAAmAAAACAAAAAGAAAAAAAAA"/>
              </a:ext>
            </a:extLst>
          </p:cNvSpPr>
          <p:nvPr>
            <p:ph idx="2"/>
          </p:nvPr>
        </p:nvSpPr>
        <p:spPr>
          <a:xfrm>
            <a:off x="457200" y="2174875"/>
            <a:ext cx="4040505" cy="3951605"/>
          </a:xfrm>
        </p:spPr>
        <p:txBody>
          <a:bodyPr/>
          <a:lstStyle>
            <a:lvl1pPr>
              <a:defRPr lang="en-us" sz="2400" cap="none"/>
            </a:lvl1pPr>
            <a:lvl2pPr>
              <a:defRPr lang="en-us" sz="2000" cap="none"/>
            </a:lvl2pPr>
            <a:lvl3pPr>
              <a:defRPr lang="en-us" sz="1800" cap="none"/>
            </a:lvl3pPr>
            <a:lvl4pPr>
              <a:defRPr lang="en-us" sz="1600" cap="none"/>
            </a:lvl4pPr>
            <a:lvl5pPr>
              <a:defRPr lang="en-us" sz="1600" cap="none"/>
            </a:lvl5pPr>
            <a:lvl6pPr>
              <a:defRPr lang="en-us" sz="1600" cap="none"/>
            </a:lvl6pPr>
            <a:lvl7pPr>
              <a:defRPr lang="en-us" sz="1600" cap="none"/>
            </a:lvl7pPr>
            <a:lvl8pPr>
              <a:defRPr lang="en-us" sz="1600" cap="none"/>
            </a:lvl8pPr>
            <a:lvl9pPr>
              <a:defRPr lang="en-us" sz="16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ODz0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HIJAABwNQAAYQ0AABAAAAAmAAAACAAAAIGAAAAAAAAA"/>
              </a:ext>
            </a:extLst>
          </p:cNvSpPr>
          <p:nvPr>
            <p:ph idx="3"/>
          </p:nvPr>
        </p:nvSpPr>
        <p:spPr>
          <a:xfrm>
            <a:off x="4645025" y="1535430"/>
            <a:ext cx="4041775" cy="63944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7L4g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wAAGENAABwNQAAsCUAABAAAAAmAAAACAAAAAGAAAAAAAAA"/>
              </a:ext>
            </a:extLst>
          </p:cNvSpPr>
          <p:nvPr>
            <p:ph idx="4"/>
          </p:nvPr>
        </p:nvSpPr>
        <p:spPr>
          <a:xfrm>
            <a:off x="4645025" y="2174875"/>
            <a:ext cx="4041775" cy="3951605"/>
          </a:xfrm>
        </p:spPr>
        <p:txBody>
          <a:bodyPr/>
          <a:lstStyle>
            <a:lvl1pPr>
              <a:defRPr lang="en-us" sz="2400" cap="none"/>
            </a:lvl1pPr>
            <a:lvl2pPr>
              <a:defRPr lang="en-us" sz="2000" cap="none"/>
            </a:lvl2pPr>
            <a:lvl3pPr>
              <a:defRPr lang="en-us" sz="1800" cap="none"/>
            </a:lvl3pPr>
            <a:lvl4pPr>
              <a:defRPr lang="en-us" sz="1600" cap="none"/>
            </a:lvl4pPr>
            <a:lvl5pPr>
              <a:defRPr lang="en-us" sz="1600" cap="none"/>
            </a:lvl5pPr>
            <a:lvl6pPr>
              <a:defRPr lang="en-us" sz="1600" cap="none"/>
            </a:lvl6pPr>
            <a:lvl7pPr>
              <a:defRPr lang="en-us" sz="1600" cap="none"/>
            </a:lvl7pPr>
            <a:lvl8pPr>
              <a:defRPr lang="en-us" sz="1600" cap="none"/>
            </a:lvl8pPr>
            <a:lvl9pPr>
              <a:defRPr lang="en-us" sz="16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jFsq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F35A60B-45D2-6050-9C8D-B305E8C36AE6}" type="datetime1">
              <a:t>1/27/13</a:t>
            </a:fld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XHHa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F358F9C-D2D2-6079-9C8D-242CC1C36A71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F358D17-59D2-607B-9C8D-AF2EC3C36AFA}" type="datetime1">
              <a:t>1/27/13</a:t>
            </a:fld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jWb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C7AeK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F35DFFB-B5D2-6029-9C8D-437C91C36A16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Ki9zQ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F35C527-69D2-6033-9C8D-9F668BC36ACA}" type="datetime1">
              <a:t/>
            </a:fld>
          </a:p>
        </p:txBody>
      </p:sp>
      <p:sp>
        <p:nvSpPr>
          <p:cNvPr id="3" name="Footer Placeholder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P/EV6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Jg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F35DAAE-E0D2-602C-9C8D-167994C36A43}" type="slidenum">
              <a:t/>
            </a:fld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K4BAABSFQAA1AgAABAAAAAmAAAACAAAAIGAAAAAAAAA"/>
              </a:ext>
            </a:extLst>
          </p:cNvSpPr>
          <p:nvPr>
            <p:ph type="title"/>
          </p:nvPr>
        </p:nvSpPr>
        <p:spPr>
          <a:xfrm>
            <a:off x="457200" y="273050"/>
            <a:ext cx="3008630" cy="116205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20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hUAAK4BAABwNQAAsCUAABAAAAAmAAAACAAAAAGAAAAAAAAA"/>
              </a:ext>
            </a:extLst>
          </p:cNvSpPr>
          <p:nvPr>
            <p:ph idx="1"/>
          </p:nvPr>
        </p:nvSpPr>
        <p:spPr>
          <a:xfrm>
            <a:off x="3575050" y="273050"/>
            <a:ext cx="5111750" cy="5853430"/>
          </a:xfrm>
        </p:spPr>
        <p:txBody>
          <a:bodyPr/>
          <a:lstStyle>
            <a:lvl1pPr>
              <a:defRPr lang="en-us" sz="3200" cap="none"/>
            </a:lvl1pPr>
            <a:lvl2pPr>
              <a:defRPr lang="en-us" sz="2800" cap="none"/>
            </a:lvl2pPr>
            <a:lvl3pPr>
              <a:defRPr lang="en-us" sz="2400" cap="none"/>
            </a:lvl3pPr>
            <a:lvl4pPr>
              <a:defRPr lang="en-us" sz="2000" cap="none"/>
            </a:lvl4pPr>
            <a:lvl5pPr>
              <a:defRPr lang="en-us" sz="2000" cap="none"/>
            </a:lvl5pPr>
            <a:lvl6pPr>
              <a:defRPr lang="en-us" sz="2000" cap="none"/>
            </a:lvl6pPr>
            <a:lvl7pPr>
              <a:defRPr lang="en-us" sz="2000" cap="none"/>
            </a:lvl7pPr>
            <a:lvl8pPr>
              <a:defRPr lang="en-us" sz="2000" cap="none"/>
            </a:lvl8pPr>
            <a:lvl9pPr>
              <a:defRPr lang="en-us" sz="2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QIAABSFQAAsCUAABAAAAAmAAAACAAAAAGAAAAAAAAA"/>
              </a:ext>
            </a:extLst>
          </p:cNvSpPr>
          <p:nvPr>
            <p:ph idx="2"/>
          </p:nvPr>
        </p:nvSpPr>
        <p:spPr>
          <a:xfrm>
            <a:off x="457200" y="1435100"/>
            <a:ext cx="3008630" cy="4691380"/>
          </a:xfrm>
        </p:spPr>
        <p:txBody>
          <a:bodyPr/>
          <a:lstStyle>
            <a:lvl1pPr marL="0" indent="0">
              <a:buNone/>
              <a:defRPr lang="en-us" sz="1400" cap="none"/>
            </a:lvl1pPr>
            <a:lvl2pPr marL="457200" indent="0">
              <a:buNone/>
              <a:defRPr lang="en-us" sz="1200" cap="none"/>
            </a:lvl2pPr>
            <a:lvl3pPr marL="914400" indent="0">
              <a:buNone/>
              <a:defRPr lang="en-us" sz="1000" cap="none"/>
            </a:lvl3pPr>
            <a:lvl4pPr marL="1371600" indent="0">
              <a:buNone/>
              <a:defRPr lang="en-us" sz="900" cap="none"/>
            </a:lvl4pPr>
            <a:lvl5pPr marL="1828800" indent="0">
              <a:buNone/>
              <a:defRPr lang="en-us" sz="900" cap="none"/>
            </a:lvl5pPr>
            <a:lvl6pPr marL="2286000" indent="0">
              <a:buNone/>
              <a:defRPr lang="en-us" sz="900" cap="none"/>
            </a:lvl6pPr>
            <a:lvl7pPr marL="2743200" indent="0">
              <a:buNone/>
              <a:defRPr lang="en-us" sz="900" cap="none"/>
            </a:lvl7pPr>
            <a:lvl8pPr marL="3200400" indent="0">
              <a:buNone/>
              <a:defRPr lang="en-us" sz="900" cap="none"/>
            </a:lvl8pPr>
            <a:lvl9pPr marL="3657600" indent="0">
              <a:buNone/>
              <a:defRPr lang="en-us" sz="9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F35BB96-D8D2-604D-9C8D-2E18F5C36A7B}" type="datetime1">
              <a:t>1/27/13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F359E8E-C0D2-6068-9C8D-363DD0C36A63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IgdAADHLAAABSEAABAAAAAmAAAACAAAAIGAAAAAAAAA"/>
              </a:ext>
            </a:extLst>
          </p:cNvSpPr>
          <p:nvPr>
            <p:ph type="title"/>
          </p:nvPr>
        </p:nvSpPr>
        <p:spPr>
          <a:xfrm>
            <a:off x="1792605" y="4800600"/>
            <a:ext cx="5486400" cy="56705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2000" b="1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MUDAADHLAAAFR0AABAAAAAmAAAACAAAAAGAAAAAAAAA"/>
              </a:ext>
            </a:extLst>
          </p:cNvSpPr>
          <p:nvPr>
            <p:ph type="pic" idx="1"/>
          </p:nvPr>
        </p:nvSpPr>
        <p:spPr>
          <a:xfrm>
            <a:off x="1792605" y="612775"/>
            <a:ext cx="5486400" cy="4114800"/>
          </a:xfrm>
        </p:spPr>
        <p:txBody>
          <a:bodyPr/>
          <a:lstStyle>
            <a:lvl1pPr marL="0" indent="0">
              <a:buNone/>
              <a:defRPr lang="en-us" sz="3200" cap="none"/>
            </a:lvl1pPr>
            <a:lvl2pPr marL="457200" indent="0">
              <a:buNone/>
              <a:defRPr lang="en-us" sz="2800" cap="none"/>
            </a:lvl2pPr>
            <a:lvl3pPr marL="914400" indent="0">
              <a:buNone/>
              <a:defRPr lang="en-us" sz="2400" cap="none"/>
            </a:lvl3pPr>
            <a:lvl4pPr marL="1371600" indent="0">
              <a:buNone/>
              <a:defRPr lang="en-us" sz="2000" cap="none"/>
            </a:lvl4pPr>
            <a:lvl5pPr marL="1828800" indent="0">
              <a:buNone/>
              <a:defRPr lang="en-us" sz="2000" cap="none"/>
            </a:lvl5pPr>
            <a:lvl6pPr marL="2286000" indent="0">
              <a:buNone/>
              <a:defRPr lang="en-us" sz="2000" cap="none"/>
            </a:lvl6pPr>
            <a:lvl7pPr marL="2743200" indent="0">
              <a:buNone/>
              <a:defRPr lang="en-us" sz="2000" cap="none"/>
            </a:lvl7pPr>
            <a:lvl8pPr marL="3200400" indent="0">
              <a:buNone/>
              <a:defRPr lang="en-us" sz="2000" cap="none"/>
            </a:lvl8pPr>
            <a:lvl9pPr marL="3657600" indent="0">
              <a:buNone/>
              <a:defRPr lang="en-us" sz="2000" cap="none"/>
            </a:lvl9pPr>
          </a:lstStyle>
          <a:p>
            <a:pPr>
              <a:defRPr lang="en-us"/>
            </a:pP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wsAAAUhAADHLAAA+CUAABAAAAAmAAAACAAAAAGAAAAAAAAA"/>
              </a:ext>
            </a:extLst>
          </p:cNvSpPr>
          <p:nvPr>
            <p:ph idx="2"/>
          </p:nvPr>
        </p:nvSpPr>
        <p:spPr>
          <a:xfrm>
            <a:off x="1792605" y="5367655"/>
            <a:ext cx="5486400" cy="804545"/>
          </a:xfrm>
        </p:spPr>
        <p:txBody>
          <a:bodyPr/>
          <a:lstStyle>
            <a:lvl1pPr marL="0" indent="0">
              <a:buNone/>
              <a:defRPr lang="en-us" sz="1400" cap="none"/>
            </a:lvl1pPr>
            <a:lvl2pPr marL="457200" indent="0">
              <a:buNone/>
              <a:defRPr lang="en-us" sz="1200" cap="none"/>
            </a:lvl2pPr>
            <a:lvl3pPr marL="914400" indent="0">
              <a:buNone/>
              <a:defRPr lang="en-us" sz="1000" cap="none"/>
            </a:lvl3pPr>
            <a:lvl4pPr marL="1371600" indent="0">
              <a:buNone/>
              <a:defRPr lang="en-us" sz="900" cap="none"/>
            </a:lvl4pPr>
            <a:lvl5pPr marL="1828800" indent="0">
              <a:buNone/>
              <a:defRPr lang="en-us" sz="900" cap="none"/>
            </a:lvl5pPr>
            <a:lvl6pPr marL="2286000" indent="0">
              <a:buNone/>
              <a:defRPr lang="en-us" sz="900" cap="none"/>
            </a:lvl6pPr>
            <a:lvl7pPr marL="2743200" indent="0">
              <a:buNone/>
              <a:defRPr lang="en-us" sz="900" cap="none"/>
            </a:lvl7pPr>
            <a:lvl8pPr marL="3200400" indent="0">
              <a:buNone/>
              <a:defRPr lang="en-us" sz="900" cap="none"/>
            </a:lvl8pPr>
            <a:lvl9pPr marL="3657600" indent="0">
              <a:buNone/>
              <a:defRPr lang="en-us" sz="9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F35AE4E-00D2-6058-9C8D-F60DE0C36AA3}" type="datetime1">
              <a:t>1/27/13</a:t>
            </a:fld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F358D26-68D2-607B-9C8D-9E2EC3C36ACB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BwNQAAuQ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F35F32B-65D2-6005-9C8D-9350BDC36AC6}" type="datetime1">
              <a:t>1/27/13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F35980C-42D2-606E-9C8D-B43BD6C36AE1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LEBAABwNQAAsCUAABAAAAAmAAAACAAAAAMAAAAAAAAA"/>
              </a:ext>
            </a:extLst>
          </p:cNvSpPr>
          <p:nvPr>
            <p:ph type="title"/>
          </p:nvPr>
        </p:nvSpPr>
        <p:spPr>
          <a:xfrm>
            <a:off x="6629400" y="274955"/>
            <a:ext cx="2057400" cy="585152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Q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EBAADYJwAAsCUAABAAAAAmAAAACAAAAAMAAAAAAAAA"/>
              </a:ext>
            </a:extLst>
          </p:cNvSpPr>
          <p:nvPr>
            <p:ph idx="1"/>
          </p:nvPr>
        </p:nvSpPr>
        <p:spPr>
          <a:xfrm>
            <a:off x="457200" y="274955"/>
            <a:ext cx="6019800" cy="585152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onAADwDw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F35E9D4-9AD2-601F-9C8D-6C4AA7C36A39}" type="datetime1">
              <a:t>1/27/13</a:t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onAAAI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onAABwN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F35AB15-5BD2-605D-9C8D-AD08E5C36AF8}" type="slidenum">
              <a:t>‹#›</a:t>
            </a:fld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LEBAABwNQAAuQgAABAAAAAmAAAACAAAAL8vAAAAAAAA"/>
              </a:ext>
            </a:extLst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NgJAABwNQAAsCUAABAAAAAmAAAACAAAAD8vAAAAAAAA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HBwdC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0AIAABonAADwDwAAWSkAABAAAAAmAAAACAAAAL+PAAAAAAAA"/>
              </a:ext>
            </a:extLst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3F35D49E-D0D2-6022-9C8D-26779AC36A73}" type="datetime1">
              <a:t/>
            </a:fld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BMAABonAAAIJQAAWSkAABAAAAAmAAAACAAAAL+PAAAAAAAA"/>
              </a:ext>
            </a:extLst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CgAABonAABwN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3F35AC36-78D2-605A-9C8D-8E0FE2C36ADB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marL="0" marR="0" indent="0" algn="ctr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342900" marR="0" indent="-3429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lang="en-us"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»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4572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4572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EAAAAAAAAAIDhk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DhkAKbC/wAAAAAAAAAAAAAAAAAAAAAAAAAAAAAAAAAAAAAAAAAAAEl9vAAAAAACAAAAAszMzADAwP8Af39/AAAAAAAAAAAAAAAAAAAAAAAAAAAAIQAAABgAAAAUAAAAAAAAAAAAAAAASwAA8AMAABAAAAAmAAAACAAAAP//////////"/>
              </a:ext>
            </a:extLst>
          </p:cNvSpPr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203864"/>
          </a:solidFill>
          <a:ln>
            <a:noFill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</a:p>
        </p:txBody>
      </p:sp>
      <p:sp>
        <p:nvSpPr>
          <p:cNvPr id="3" name="TextBox 2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QAIAAK0AAABALwAA7QIAABAgAAAmAAAACAAAAP//////////"/>
              </a:ext>
            </a:extLst>
          </p:cNvSpPr>
          <p:nvPr/>
        </p:nvSpPr>
        <p:spPr>
          <a:xfrm>
            <a:off x="365760" y="109855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800" b="1" cap="none">
                <a:solidFill>
                  <a:srgbClr val="FFFFFF"/>
                </a:solidFill>
              </a:defRPr>
            </a:pPr>
            <a:r>
              <a:t>DATA ANALYST INTERNSHIP - TASK 4</a:t>
            </a:r>
          </a:p>
        </p:txBody>
      </p:sp>
      <p:sp>
        <p:nvSpPr>
          <p:cNvPr id="4" name="TextBox 3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gAQAAMAGAABAJgAAQB0AABAgAAAmAAAACAAAAP//////////"/>
              </a:ext>
            </a:extLst>
          </p:cNvSpPr>
          <p:nvPr/>
        </p:nvSpPr>
        <p:spPr>
          <a:xfrm>
            <a:off x="731520" y="1097280"/>
            <a:ext cx="5486400" cy="3657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3000" b="1" cap="none"/>
            </a:pPr>
            <a:r>
              <a:t>Dashboard Design using Tableau Public</a:t>
            </a:r>
          </a:p>
          <a:p>
            <a:pPr>
              <a:defRPr lang="en-us" sz="2000" cap="none"/>
            </a:pPr>
          </a:p>
          <a:p>
            <a:pPr>
              <a:defRPr lang="en-us" sz="2000" cap="none"/>
            </a:pPr>
            <a:r>
              <a:t>Prepared By</a:t>
            </a:r>
          </a:p>
          <a:p>
            <a:pPr>
              <a:defRPr lang="en-us" sz="2000" cap="none"/>
            </a:pPr>
            <a:r>
              <a:t>U. Siva Krishnan</a:t>
            </a:r>
          </a:p>
          <a:p>
            <a:pPr>
              <a:defRPr lang="en-us" sz="2000" cap="none"/>
            </a:pPr>
            <a:r>
              <a:t>Register No: 11523080168</a:t>
            </a:r>
          </a:p>
          <a:p>
            <a:pPr>
              <a:defRPr lang="en-us" sz="2000" cap="none"/>
            </a:pPr>
            <a:r>
              <a:t>Department: Electronics &amp; Communication Engineering</a:t>
            </a:r>
          </a:p>
          <a:p>
            <a:pPr>
              <a:defRPr lang="en-us" sz="2000" cap="none"/>
            </a:pPr>
            <a:r>
              <a:t>Dhanalakshmi Srinivasan University, Trichy</a:t>
            </a:r>
          </a:p>
          <a:p>
            <a:pPr>
              <a:defRPr lang="en-us" sz="2000" cap="none"/>
            </a:pPr>
            <a:r>
              <a:t>Semester: VII</a:t>
            </a:r>
          </a:p>
          <a:p>
            <a:pPr>
              <a:defRPr lang="en-us" sz="2000" cap="none"/>
            </a:pPr>
            <a:r>
              <a:t>Internship: Elevate Labs</a:t>
            </a:r>
          </a:p>
        </p:txBody>
      </p:sp>
      <p:sp>
        <p:nvSpPr>
          <p:cNvPr id="5" name="Rounded Rectangle 4"/>
          <p:cNvSpPr>
            <a:extLst>
              <a:ext uri="smNativeData">
                <pr:smNativeData xmlns:pr="smNativeData" xmlns="smNativeData" val="SMDATA_15_uGdHahMAAAAlAAAAZQAAAA0AAAAAkAAAAEgAAACQAAAASAAAAAAAAAABAAAAAAAAAAEAAABQAAAAhbacS3FV1T8AAAAAAADwvwAAAAAAAOA/AAAAAAAA4D8AAAAAAADgPwAAAAAAAOA/AAAAAAAA4D8AAAAAAADgPwAAAAAAAOA/AAAAAAAA4D8CAAAAjAAAAAEAAAAAAAAA3Ov6AKbC/wAAAAAAAAAAAAAAAAAAAAAAAAAAAAAAAAAAAAAAZAAAAAEAAABAAAAAAAAAAJz///9aAAAAAAAAAAAAAAAAAAAAAAAAAAAAAAAAAAAAAAAAAAAAAAAAAAAAAAAAAAAAAAAAAAAAAAAAAAAAAAAAAAAAAAAAAAAAAAAAAAAAFAAAADwAAAAB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3Ov6AKbC/wAAAAAAAAAAAAAAAAAAAAAAAAAAAAAAAAAAAAAAAAAAAEl9vAAAAAACAAAAAszMzADAwP8Af39/AAAAAAAAAAAAAAAAAAAAAAAAAAAAIQAAABgAAAAUAAAAIC4AAFAHAABQRgAAUCIAAAAAAAAmAAAACAAAAP//////////"/>
              </a:ext>
            </a:extLst>
          </p:cNvSpPr>
          <p:nvPr/>
        </p:nvSpPr>
        <p:spPr>
          <a:xfrm>
            <a:off x="7498080" y="1188720"/>
            <a:ext cx="3931920" cy="4389120"/>
          </a:xfrm>
          <a:prstGeom prst="roundRect">
            <a:avLst>
              <a:gd name="adj" fmla="val 16667"/>
            </a:avLst>
          </a:prstGeom>
          <a:solidFill>
            <a:srgbClr val="DCEBFA"/>
          </a:solidFill>
          <a:ln w="9525" cap="flat" cmpd="sng" algn="ctr">
            <a:solidFill>
              <a:srgbClr val="497DBC"/>
            </a:solidFill>
            <a:prstDash val="solid"/>
            <a:headEnd type="none"/>
            <a:tailEnd type="none"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sz="2800" b="1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Dashboard</a:t>
            </a:r>
          </a:p>
          <a:p>
            <a:pPr algn="ctr">
              <a:defRPr lang="en-us" sz="2800" b="1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EAAAAAAAAAIDhk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F8AY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DhkAKbC/wAAAAAAAAAAAAAAAAAAAAAAAAAAAAAAAAAAAAAAAAAAAEl9vAAAAAACAAAAAszMzADAwP8Af39/AAAAAAAAAAAAAAAAAAAAAAAAAAAAIQAAABgAAAAUAAAAAAAAAAAAAAAASwAA8AMAABAAAAAmAAAACAAAAP//////////"/>
              </a:ext>
            </a:extLst>
          </p:cNvSpPr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203864"/>
          </a:solidFill>
          <a:ln>
            <a:noFill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</a:p>
        </p:txBody>
      </p:sp>
      <p:sp>
        <p:nvSpPr>
          <p:cNvPr id="3" name="TextBox 2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QAIAAK0AAABALwAA7QIAABAgAAAmAAAACAAAAP//////////"/>
              </a:ext>
            </a:extLst>
          </p:cNvSpPr>
          <p:nvPr/>
        </p:nvSpPr>
        <p:spPr>
          <a:xfrm>
            <a:off x="365760" y="109855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800" b="1" cap="none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4" name="TextBox 3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YAMAAKAFAAAAJAAAkCQAABAgAAAmAAAACAAAAP//////////"/>
              </a:ext>
            </a:extLst>
          </p:cNvSpPr>
          <p:nvPr/>
        </p:nvSpPr>
        <p:spPr>
          <a:xfrm>
            <a:off x="548640" y="914400"/>
            <a:ext cx="5303520" cy="5029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200" cap="none"/>
            </a:pPr>
            <a:r>
              <a:t>• Design an interactive dashboard for business stakeholders.</a:t>
            </a:r>
          </a:p>
          <a:p>
            <a:pPr>
              <a:defRPr lang="en-us" sz="2200" cap="none"/>
            </a:pPr>
            <a:r>
              <a:t>• Display KPIs: Sales, Profit, Orders, Quantity.</a:t>
            </a:r>
          </a:p>
          <a:p>
            <a:pPr>
              <a:defRPr lang="en-us" sz="2200" cap="none"/>
            </a:pPr>
            <a:r>
              <a:t>• Provide interactive filters for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EAAAAAAAAAIDhk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F8AY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DhkAKbC/wAAAAAAAAAAAAAAAAAAAAAAAAAAAAAAAAAAAAAAAAAAAEl9vAAAAAACAAAAAszMzADAwP8Af39/AAAAAAAAAAAAAAAAAAAAAAAAAAAAIQAAABgAAAAUAAAAAAAAAAAAAAAASwAA8AMAABAAAAAmAAAACAAAAP//////////"/>
              </a:ext>
            </a:extLst>
          </p:cNvSpPr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203864"/>
          </a:solidFill>
          <a:ln>
            <a:noFill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</a:p>
        </p:txBody>
      </p:sp>
      <p:sp>
        <p:nvSpPr>
          <p:cNvPr id="3" name="TextBox 2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QAIAAK0AAABALwAA7QIAABAgAAAmAAAACAAAAP//////////"/>
              </a:ext>
            </a:extLst>
          </p:cNvSpPr>
          <p:nvPr/>
        </p:nvSpPr>
        <p:spPr>
          <a:xfrm>
            <a:off x="365760" y="109855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800" b="1" cap="none">
                <a:solidFill>
                  <a:srgbClr val="FFFFFF"/>
                </a:solidFill>
              </a:defRPr>
            </a:pPr>
            <a:r>
              <a:t>Dataset &amp; Tools</a:t>
            </a:r>
          </a:p>
        </p:txBody>
      </p:sp>
      <p:sp>
        <p:nvSpPr>
          <p:cNvPr id="4" name="TextBox 3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YAMAAKAFAAAAJAAAkCQAABAgAAAmAAAACAAAAP//////////"/>
              </a:ext>
            </a:extLst>
          </p:cNvSpPr>
          <p:nvPr/>
        </p:nvSpPr>
        <p:spPr>
          <a:xfrm>
            <a:off x="548640" y="914400"/>
            <a:ext cx="5303520" cy="5029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200" cap="none"/>
            </a:pPr>
            <a:r>
              <a:t>• Dataset: Superstore Sales Dataset</a:t>
            </a:r>
          </a:p>
          <a:p>
            <a:pPr>
              <a:defRPr lang="en-us" sz="2200" cap="none"/>
            </a:pPr>
            <a:r>
              <a:t>• Tool: Tableau Public</a:t>
            </a:r>
          </a:p>
          <a:p>
            <a:pPr>
              <a:defRPr lang="en-us" sz="2200" cap="none"/>
            </a:pPr>
            <a:r>
              <a:t>• Charts: Bar, Line, KPI Cards</a:t>
            </a:r>
          </a:p>
          <a:p>
            <a:pPr>
              <a:defRPr lang="en-us" sz="2200" cap="none"/>
            </a:pPr>
            <a:r>
              <a:t>• Filters: Category, Region, Order 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EAAAAAAAAAIDhk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mJXCo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DhkAKbC/wAAAAAAAAAAAAAAAAAAAAAAAAAAAAAAAAAAAAAAAAAAAEl9vAAAAAACAAAAAszMzADAwP8Af39/AAAAAAAAAAAAAAAAAAAAAAAAAAAAIQAAABgAAAAUAAAAAAAAAAAAAAAASwAA8AMAABAAAAAmAAAACAAAAP//////////"/>
              </a:ext>
            </a:extLst>
          </p:cNvSpPr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203864"/>
          </a:solidFill>
          <a:ln>
            <a:noFill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</a:p>
        </p:txBody>
      </p:sp>
      <p:sp>
        <p:nvSpPr>
          <p:cNvPr id="3" name="TextBox 2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QAIAAK0AAABALwAA7QIAABAgAAAmAAAACAAAAP//////////"/>
              </a:ext>
            </a:extLst>
          </p:cNvSpPr>
          <p:nvPr/>
        </p:nvSpPr>
        <p:spPr>
          <a:xfrm>
            <a:off x="365760" y="109855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800" b="1" cap="none">
                <a:solidFill>
                  <a:srgbClr val="FFFFFF"/>
                </a:solidFill>
              </a:defRPr>
            </a:pPr>
            <a:r>
              <a:t>Dashboard Overview</a:t>
            </a:r>
          </a:p>
        </p:txBody>
      </p:sp>
      <p:pic>
        <p:nvPicPr>
          <p:cNvPr id="4" name="Picture 3" descr="Screenshot 2026-07-03 125916.png"/>
          <p:cNvPicPr>
            <a:picLocks noChangeAspect="1"/>
            <a:extLst>
              <a:ext uri="smNativeData">
                <pr:smNativeData xmlns:pr="smNativeData" xmlns="smNativeData" val="SMDATA_17_uGdHah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O7s4QPMzMwAwMD/AH9/fwAAAAAAAAAAAAAAAAD///8AAAAAACEAAAAYAAAAFAAAAEACAAAQBQAAYDkAABIk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8961120" cy="504063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u8Xi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B/f38A7uzhA8zMzADAwP8Af39/AAAAAAAAAAAAAAAAAAAAAAAAAAAAIQAAABgAAAAUAAAAgDoAAKAFAAAgWwAAkCQAABAgAAAmAAAACAAAAP//////////"/>
              </a:ext>
            </a:extLst>
          </p:cNvSpPr>
          <p:nvPr/>
        </p:nvSpPr>
        <p:spPr>
          <a:xfrm>
            <a:off x="9509760" y="914400"/>
            <a:ext cx="5303520" cy="5029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200" cap="none"/>
            </a:pPr>
            <a:r>
              <a:t>• KPI Cards</a:t>
            </a:r>
          </a:p>
          <a:p>
            <a:pPr>
              <a:defRPr lang="en-us" sz="2200" cap="none"/>
            </a:pPr>
            <a:r>
              <a:t>• Sales by Category</a:t>
            </a:r>
          </a:p>
          <a:p>
            <a:pPr>
              <a:defRPr lang="en-us" sz="2200" cap="none"/>
            </a:pPr>
            <a:r>
              <a:t>• Monthly Sales</a:t>
            </a:r>
          </a:p>
          <a:p>
            <a:pPr>
              <a:defRPr lang="en-us" sz="2200" cap="none"/>
            </a:pPr>
            <a:r>
              <a:t>• Top Products</a:t>
            </a:r>
          </a:p>
          <a:p>
            <a:pPr>
              <a:defRPr lang="en-us" sz="2200" cap="none"/>
            </a:pPr>
            <a:r>
              <a:t>• Interactive Filters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EAAAAAAAAAIDhk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DhkAKbC/wAAAAAAAAAAAAAAAAAAAAAAAAAAAAAAAAAAAAAAAAAAAEl9vAAAAAACAAAAAszMzADAwP8Af39/AAAAAAAAAAAAAAAAAAAAAAAAAAAAIQAAABgAAAAUAAAAAAAAAAAAAAAASwAA8AMAABAAAAAmAAAACAAAAP//////////"/>
              </a:ext>
            </a:extLst>
          </p:cNvSpPr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203864"/>
          </a:solidFill>
          <a:ln>
            <a:noFill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</a:p>
        </p:txBody>
      </p:sp>
      <p:sp>
        <p:nvSpPr>
          <p:cNvPr id="3" name="TextBox 2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Mzpm3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QAIAAK0AAABALwAA7QIAABAgAAAmAAAACAAAAP//////////"/>
              </a:ext>
            </a:extLst>
          </p:cNvSpPr>
          <p:nvPr/>
        </p:nvSpPr>
        <p:spPr>
          <a:xfrm>
            <a:off x="365760" y="109855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800" b="1" cap="none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4" name="TextBox 3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gs2h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YAMAAKAFAAAAJAAAkCQAABAgAAAmAAAACAAAAP//////////"/>
              </a:ext>
            </a:extLst>
          </p:cNvSpPr>
          <p:nvPr/>
        </p:nvSpPr>
        <p:spPr>
          <a:xfrm>
            <a:off x="548640" y="914400"/>
            <a:ext cx="5303520" cy="5029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200" cap="none"/>
            </a:pPr>
            <a:r>
              <a:t>• Sales performance can be monitored quickly.</a:t>
            </a:r>
          </a:p>
          <a:p>
            <a:pPr>
              <a:defRPr lang="en-us" sz="2200" cap="none"/>
            </a:pPr>
            <a:r>
              <a:t>• Monthly trend identifies seasonal patterns.</a:t>
            </a:r>
          </a:p>
          <a:p>
            <a:pPr>
              <a:defRPr lang="en-us" sz="2200" cap="none"/>
            </a:pPr>
            <a:r>
              <a:t>• Category comparison supports product decisions.</a:t>
            </a:r>
          </a:p>
          <a:p>
            <a:pPr>
              <a:defRPr lang="en-us" sz="2200" cap="none"/>
            </a:pPr>
            <a:r>
              <a:t>• Filters enable interactive business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EAAAAAAAAAIDhk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AAAA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DhkAKbC/wAAAAAAAAAAAAAAAAAAAAAAAAAAAAAAAAAAAAAAAAAAAEl9vAAAAAACAAAAAszMzADAwP8Af39/AAAAAAAAAAAAAAAAAAAAAAAAAAAAIQAAABgAAAAUAAAAAAAAAAAAAAAASwAA8AMAABAAAAAmAAAACAAAAP//////////"/>
              </a:ext>
            </a:extLst>
          </p:cNvSpPr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203864"/>
          </a:solidFill>
          <a:ln>
            <a:noFill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</a:p>
        </p:txBody>
      </p:sp>
      <p:sp>
        <p:nvSpPr>
          <p:cNvPr id="3" name="TextBox 2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QAIAAK0AAABALwAA7QIAABAgAAAmAAAACAAAAP//////////"/>
              </a:ext>
            </a:extLst>
          </p:cNvSpPr>
          <p:nvPr/>
        </p:nvSpPr>
        <p:spPr>
          <a:xfrm>
            <a:off x="365760" y="109855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800" b="1" cap="none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YAMAAKAFAAAAJAAAkCQAABAgAAAmAAAACAAAAP//////////"/>
              </a:ext>
            </a:extLst>
          </p:cNvSpPr>
          <p:nvPr/>
        </p:nvSpPr>
        <p:spPr>
          <a:xfrm>
            <a:off x="548640" y="914400"/>
            <a:ext cx="5303520" cy="5029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200" cap="none"/>
            </a:pPr>
            <a:r>
              <a:t>• Interactive dashboard successfully created.</a:t>
            </a:r>
          </a:p>
          <a:p>
            <a:pPr>
              <a:defRPr lang="en-us" sz="2200" cap="none"/>
            </a:pPr>
            <a:r>
              <a:t>• Business users can make faster data-driven decisions.</a:t>
            </a:r>
          </a:p>
          <a:p>
            <a:pPr>
              <a:defRPr lang="en-us" sz="2200" cap="none"/>
            </a:pPr>
            <a:r>
              <a:t>• Project completed using Tableau Public.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extLst>
              <a:ext uri="smNativeData">
                <pr:smNativeData xmlns:pr="smNativeData" xmlns="smNativeData" val="SMDATA_15_uGdHahMAAAAlAAAAZAAAAA0AAAAAkAAAAEgAAACQAAAASAAAAAAAAAABAAAAAAAAAAEAAABQAAAAAAAAAAAA4D8AAAAAAADgPwAAAAAAAOA/AAAAAAAA4D8AAAAAAADgPwAAAAAAAOA/AAAAAAAA4D8AAAAAAADgPwAAAAAAAOA/AAAAAAAA4D8CAAAAjAAAAAEAAAAAAAAAIDhkAKbC/wAAAAAAAAAAAAAAAAAAAAAAAAAAAAAAAAAAAAAAZAAAAAEAAABAAAAAAAAAAJz///9aAAAAAAAAAAAAAAAAAAAAAAAAAAAAAAAAAAAAAAAAAAAAAAAAAAAAAAAAAAAAAAAAAAAAAAAAAAAAAAAAAAAAAAAAAAAAAAAAAAAAFAAAADwAAAAAAAAAAAAAAEl9vAAPAAAAAQAAABQAAAAUAAAAFAAAAAEAAAAAAAAAZAAAAGQAAAAAAAAAZAAAAGQAAAAVAAAAYAAAAAAAAAAAAAAADwAAACADAAAAAAAAAAAAAAEAAACgMgAAVgcAAKr4//8BAAAAAAAACQEAAABkAAAAAAAAABQAAABAHwAAAAAAACYAAAAAAAAAwOD//wAAAAAmAAAAZAAAABYAAABMAAAAAQAAAAAAAAACAAAAAAAAAAEAAAAAAAAJQQAAAAAAAAAkAAAAZAAAAGQAAAAAAAAAzMzMAAAAAABQAAAAUAAAAGQAAABkAAAAAAAAABcAAAAUAAAAAAAAAAAAAAD/fwAA/38AAAAAAAAJAAAABAAAAF8AYAAeAAAAaAAAAAAAAAAAAAAAAAAAAAAAAAAAAAAAECcAABAnAAAAAAAAAAAAAAAAAAAAAAAAAAAAAAAAAAAAAAAAAAAAAD8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DhkAKbC/wAAAAAAAAAAAAAAAAAAAAAAAAAAAAAAAAAAAAAAAAAAAEl9vAAAAAACAAAAAszMzADAwP8Af39/AAAAAAAAAAAAAAAAAAAAAAAAAAAAIQAAABgAAAAUAAAAAAAAAAAAAAAASwAA8AMAABAAAAAmAAAACAAAAP//////////"/>
              </a:ext>
            </a:extLst>
          </p:cNvSpPr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203864"/>
          </a:solidFill>
          <a:ln>
            <a:noFill/>
          </a:ln>
          <a:effectLst>
            <a:outerShdw blurRad="40005" dist="22860" dir="5400000" algn="tr">
              <a:schemeClr val="tx1">
                <a:alpha val="35000"/>
              </a:schemeClr>
            </a:outerShdw>
          </a:effectLst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 cap="none">
                <a:solidFill>
                  <a:srgbClr val="FFFFFF"/>
                </a:solidFill>
                <a:latin typeface="Calibri" pitchFamily="2" charset="0"/>
                <a:ea typeface="Calibri" pitchFamily="2" charset="0"/>
                <a:cs typeface="Calibri" pitchFamily="2" charset="0"/>
              </a:defRPr>
            </a:pPr>
          </a:p>
        </p:txBody>
      </p:sp>
      <p:sp>
        <p:nvSpPr>
          <p:cNvPr id="3" name="TextBox 2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QAIAAK0AAABALwAA7QIAABAgAAAmAAAACAAAAP//////////"/>
              </a:ext>
            </a:extLst>
          </p:cNvSpPr>
          <p:nvPr/>
        </p:nvSpPr>
        <p:spPr>
          <a:xfrm>
            <a:off x="365760" y="109855"/>
            <a:ext cx="73152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 sz="2800" b="1" cap="none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>
            <a:extLst>
              <a:ext uri="smNativeData">
                <pr:smNativeData xmlns:pr="smNativeData" xmlns="smNativeData" val="SMDATA_15_uGdHah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u7OE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QAsAAEALAADgPQAAgBYAABAgAAAmAAAACAAAAP//////////"/>
              </a:ext>
            </a:extLst>
          </p:cNvSpPr>
          <p:nvPr/>
        </p:nvSpPr>
        <p:spPr>
          <a:xfrm>
            <a:off x="1828800" y="1828800"/>
            <a:ext cx="8229600" cy="1828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 algn="ctr">
              <a:defRPr lang="en-us" sz="3400" b="1" cap="none"/>
            </a:pPr>
            <a:r>
              <a:t>Thank You!</a:t>
            </a:r>
            <a:br/>
            <a: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sivakrishnan</cp:lastModifiedBy>
  <cp:revision>0</cp:revision>
  <dcterms:created xsi:type="dcterms:W3CDTF">2013-01-27T09:14:16Z</dcterms:created>
  <dcterms:modified xsi:type="dcterms:W3CDTF">2026-07-03T07:41:44Z</dcterms:modified>
</cp:coreProperties>
</file>